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40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2E3A-35AD-6D7F-346E-7041002B0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82026-B176-B733-7000-475291D61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DAFED-FB03-F4B8-3BB6-7DA245F9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64314-AC89-4C54-E4B7-3F9F3D44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5DC76-28A9-CEDE-C13D-82CC2019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8F08-5CDB-91C0-ACDF-8F5D6865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48110-FBF6-5ABB-7A08-38E5613C9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8DD16-7F09-6BFF-67B1-60C91F9B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9EDFD-A70A-1356-8E1B-4FDA0409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4EE5-28CA-249E-BE33-3197B04C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3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98D8-F10F-81BE-15E4-E46BC423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25ED2-6E9E-AC6A-D547-EF5E14774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1629-50CD-D982-C719-4A108D81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4BD7-E47C-6EAA-A3F3-763A2A01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192EA-D6D4-4812-6414-A64F7561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1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0F9F7-C0CC-A6A2-489C-07B16CE5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47F63-B8CD-11D9-F779-3E280100D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6C82-9311-DE91-840A-DCD1A36B2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68B49-8E5F-1020-6B89-BC263088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B490F-47B1-4C8E-BD2E-1FCA063E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BD5F3-14EB-8E58-1AD2-E2AF68D6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4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0053-C140-7442-E798-441A177E3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831F-47CC-87B6-57B3-172C1D64E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C31EA-0CC7-BBF9-38B9-327194C53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99DE57-4837-9F45-1331-39D979B5E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0BA9B-8867-AFC9-0D7D-731D42908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AD204-434B-2477-F6F4-1DF70977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AEDD5-15C5-81CF-53A5-14F9D8998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23652-663B-991F-F093-6530608B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4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F92E-B922-B72D-C59F-2FFC3A4E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10BEB-7EE8-0A7F-B866-06415FE9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C7D6-6943-A286-21B6-C2A8796A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DA9D2-9FF8-A200-4FC8-BDA63853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1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B52FD-D868-2880-ABAC-4A9DFCD5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C0638-7063-F4D9-DDA1-25693842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36CAF-A760-37FA-D1AF-F59281B4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2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3BB3-2A93-CEA3-140F-39D72AB22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8E751-E7F5-24B2-3201-9D7C1CBF7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7637E-5CEA-8EC8-A622-81E852CCF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91C6E-EBCE-A0C7-399A-AFBB9AD8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08D06-DAE0-30E9-57C4-0E19FCC9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4F349-0498-2DE3-99CB-32E8F1DF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4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43DD-062E-DE95-C0D2-C4C6B598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86C67-04B2-94F6-A484-35C9775B2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9AD67-C797-5C9F-C498-4CEA19A3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3C19D-1A36-5DE5-7178-A7293C85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AA299-C17C-779F-5EB4-F3ABAB5C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1C5C3-4B60-299D-B667-F07A2042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6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84FF2-D83E-5A28-8015-0BC43670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0F687-1A69-A408-962D-59D22BC89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8CACF-1F58-416B-6280-DE6D2743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F7F83-531A-365F-3ABE-A5CA727F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E5A92-CBD6-39AA-B477-BB9ECB6C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3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7B5E4-1301-A70E-E287-201307D0A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4D734-8416-EC55-0F91-3179FA388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0B309-696B-DEBD-6B65-7C41D8CE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24C2A-6607-EE83-D0C0-F31765FF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4F638-CF97-0A1E-BF36-A9CEDE26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2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64BE7-EE02-4811-AE5D-390F3C80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1BB93-9DD7-5B22-9171-BDDAF2D94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60C4C-58D0-7691-43F1-EADE5CFAA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B68D2-C9F6-5C4B-9691-D0CA9E46C32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CC206-8923-B91E-38ED-0B6F4C9C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143C-0046-74A0-C747-CD327FBBC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4396C-3EC6-544F-94B6-C8DECF572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9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E014-A530-4097-7AC8-260D6ACE5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Shuttle Design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BE6BC-986C-22A6-A1A2-4D4AC0E19B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Neekon Saadat | 12.11.2025</a:t>
            </a:r>
          </a:p>
        </p:txBody>
      </p:sp>
    </p:spTree>
    <p:extLst>
      <p:ext uri="{BB962C8B-B14F-4D97-AF65-F5344CB8AC3E}">
        <p14:creationId xmlns:p14="http://schemas.microsoft.com/office/powerpoint/2010/main" val="93283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D53E-1B71-FA79-E54A-EDEEFF48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Conventional Design</a:t>
            </a:r>
          </a:p>
        </p:txBody>
      </p:sp>
    </p:spTree>
    <p:extLst>
      <p:ext uri="{BB962C8B-B14F-4D97-AF65-F5344CB8AC3E}">
        <p14:creationId xmlns:p14="http://schemas.microsoft.com/office/powerpoint/2010/main" val="2691965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Shuttle Design Evaluation</vt:lpstr>
      <vt:lpstr>Conventional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Neekon Saadat</dc:creator>
  <cp:lastModifiedBy>Neekon Saadat</cp:lastModifiedBy>
  <cp:revision>3</cp:revision>
  <dcterms:created xsi:type="dcterms:W3CDTF">2025-11-12T22:00:18Z</dcterms:created>
  <dcterms:modified xsi:type="dcterms:W3CDTF">2025-11-12T22:02:49Z</dcterms:modified>
</cp:coreProperties>
</file>